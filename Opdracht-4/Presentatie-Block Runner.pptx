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Greenth Grunge" panose="020B0604020202020204" charset="0"/>
      <p:regular r:id="rId7"/>
    </p:embeddedFont>
    <p:embeddedFont>
      <p:font typeface="Space Mono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056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111" b="-21111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3" name="Freeform 3"/>
          <p:cNvSpPr/>
          <p:nvPr/>
        </p:nvSpPr>
        <p:spPr>
          <a:xfrm rot="-3875000">
            <a:off x="-2412302" y="6953312"/>
            <a:ext cx="6882003" cy="8229600"/>
          </a:xfrm>
          <a:custGeom>
            <a:avLst/>
            <a:gdLst/>
            <a:ahLst/>
            <a:cxnLst/>
            <a:rect l="l" t="t" r="r" b="b"/>
            <a:pathLst>
              <a:path w="6882003" h="8229600">
                <a:moveTo>
                  <a:pt x="0" y="0"/>
                </a:moveTo>
                <a:lnTo>
                  <a:pt x="6882004" y="0"/>
                </a:lnTo>
                <a:lnTo>
                  <a:pt x="688200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4" name="Freeform 4"/>
          <p:cNvSpPr/>
          <p:nvPr/>
        </p:nvSpPr>
        <p:spPr>
          <a:xfrm rot="-3875000">
            <a:off x="13611321" y="-5500401"/>
            <a:ext cx="6882003" cy="8229600"/>
          </a:xfrm>
          <a:custGeom>
            <a:avLst/>
            <a:gdLst/>
            <a:ahLst/>
            <a:cxnLst/>
            <a:rect l="l" t="t" r="r" b="b"/>
            <a:pathLst>
              <a:path w="6882003" h="8229600">
                <a:moveTo>
                  <a:pt x="0" y="0"/>
                </a:moveTo>
                <a:lnTo>
                  <a:pt x="6882003" y="0"/>
                </a:lnTo>
                <a:lnTo>
                  <a:pt x="688200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5" name="Freeform 5"/>
          <p:cNvSpPr/>
          <p:nvPr/>
        </p:nvSpPr>
        <p:spPr>
          <a:xfrm rot="-737289">
            <a:off x="5867952" y="8956803"/>
            <a:ext cx="16230600" cy="3130187"/>
          </a:xfrm>
          <a:custGeom>
            <a:avLst/>
            <a:gdLst/>
            <a:ahLst/>
            <a:cxnLst/>
            <a:rect l="l" t="t" r="r" b="b"/>
            <a:pathLst>
              <a:path w="16230600" h="3130187">
                <a:moveTo>
                  <a:pt x="0" y="0"/>
                </a:moveTo>
                <a:lnTo>
                  <a:pt x="16230600" y="0"/>
                </a:lnTo>
                <a:lnTo>
                  <a:pt x="16230600" y="3130187"/>
                </a:lnTo>
                <a:lnTo>
                  <a:pt x="0" y="3130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6" name="Freeform 6"/>
          <p:cNvSpPr/>
          <p:nvPr/>
        </p:nvSpPr>
        <p:spPr>
          <a:xfrm rot="9895434">
            <a:off x="-5876030" y="-1304097"/>
            <a:ext cx="16230600" cy="3130187"/>
          </a:xfrm>
          <a:custGeom>
            <a:avLst/>
            <a:gdLst/>
            <a:ahLst/>
            <a:cxnLst/>
            <a:rect l="l" t="t" r="r" b="b"/>
            <a:pathLst>
              <a:path w="16230600" h="3130187">
                <a:moveTo>
                  <a:pt x="0" y="0"/>
                </a:moveTo>
                <a:lnTo>
                  <a:pt x="16230600" y="0"/>
                </a:lnTo>
                <a:lnTo>
                  <a:pt x="16230600" y="3130187"/>
                </a:lnTo>
                <a:lnTo>
                  <a:pt x="0" y="3130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7" name="Freeform 7"/>
          <p:cNvSpPr/>
          <p:nvPr/>
        </p:nvSpPr>
        <p:spPr>
          <a:xfrm rot="-783414">
            <a:off x="15053336" y="9010712"/>
            <a:ext cx="7116792" cy="4114800"/>
          </a:xfrm>
          <a:custGeom>
            <a:avLst/>
            <a:gdLst/>
            <a:ahLst/>
            <a:cxnLst/>
            <a:rect l="l" t="t" r="r" b="b"/>
            <a:pathLst>
              <a:path w="7116792" h="4114800">
                <a:moveTo>
                  <a:pt x="0" y="0"/>
                </a:moveTo>
                <a:lnTo>
                  <a:pt x="7116793" y="0"/>
                </a:lnTo>
                <a:lnTo>
                  <a:pt x="71167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8" name="Freeform 8"/>
          <p:cNvSpPr/>
          <p:nvPr/>
        </p:nvSpPr>
        <p:spPr>
          <a:xfrm>
            <a:off x="-2211521" y="-490474"/>
            <a:ext cx="7315200" cy="1502941"/>
          </a:xfrm>
          <a:custGeom>
            <a:avLst/>
            <a:gdLst/>
            <a:ahLst/>
            <a:cxnLst/>
            <a:rect l="l" t="t" r="r" b="b"/>
            <a:pathLst>
              <a:path w="7315200" h="1502941">
                <a:moveTo>
                  <a:pt x="0" y="0"/>
                </a:moveTo>
                <a:lnTo>
                  <a:pt x="7315200" y="0"/>
                </a:lnTo>
                <a:lnTo>
                  <a:pt x="7315200" y="1502941"/>
                </a:lnTo>
                <a:lnTo>
                  <a:pt x="0" y="15029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9" name="Freeform 9"/>
          <p:cNvSpPr/>
          <p:nvPr/>
        </p:nvSpPr>
        <p:spPr>
          <a:xfrm>
            <a:off x="6824735" y="9655636"/>
            <a:ext cx="7315200" cy="2824953"/>
          </a:xfrm>
          <a:custGeom>
            <a:avLst/>
            <a:gdLst/>
            <a:ahLst/>
            <a:cxnLst/>
            <a:rect l="l" t="t" r="r" b="b"/>
            <a:pathLst>
              <a:path w="7315200" h="2824953">
                <a:moveTo>
                  <a:pt x="0" y="0"/>
                </a:moveTo>
                <a:lnTo>
                  <a:pt x="7315200" y="0"/>
                </a:lnTo>
                <a:lnTo>
                  <a:pt x="7315200" y="2824953"/>
                </a:lnTo>
                <a:lnTo>
                  <a:pt x="0" y="28249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0" name="TextBox 10"/>
          <p:cNvSpPr txBox="1"/>
          <p:nvPr/>
        </p:nvSpPr>
        <p:spPr>
          <a:xfrm>
            <a:off x="2442399" y="3800131"/>
            <a:ext cx="13556715" cy="2048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63"/>
              </a:lnSpc>
            </a:pPr>
            <a:r>
              <a:rPr lang="en-US" sz="11973">
                <a:solidFill>
                  <a:srgbClr val="000000"/>
                </a:solidFill>
                <a:latin typeface="Greenth Grunge"/>
                <a:ea typeface="Greenth Grunge"/>
                <a:cs typeface="Greenth Grunge"/>
                <a:sym typeface="Greenth Grunge"/>
              </a:rPr>
              <a:t>BLOCK RUNNER</a:t>
            </a:r>
          </a:p>
        </p:txBody>
      </p:sp>
      <p:sp>
        <p:nvSpPr>
          <p:cNvPr id="11" name="Freeform 11"/>
          <p:cNvSpPr/>
          <p:nvPr/>
        </p:nvSpPr>
        <p:spPr>
          <a:xfrm rot="2322867">
            <a:off x="-11115394" y="5986612"/>
            <a:ext cx="15013121" cy="1811073"/>
          </a:xfrm>
          <a:custGeom>
            <a:avLst/>
            <a:gdLst/>
            <a:ahLst/>
            <a:cxnLst/>
            <a:rect l="l" t="t" r="r" b="b"/>
            <a:pathLst>
              <a:path w="15013121" h="1811073">
                <a:moveTo>
                  <a:pt x="0" y="0"/>
                </a:moveTo>
                <a:lnTo>
                  <a:pt x="15013122" y="0"/>
                </a:lnTo>
                <a:lnTo>
                  <a:pt x="15013122" y="1811073"/>
                </a:lnTo>
                <a:lnTo>
                  <a:pt x="0" y="181107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2" name="Freeform 12"/>
          <p:cNvSpPr/>
          <p:nvPr/>
        </p:nvSpPr>
        <p:spPr>
          <a:xfrm>
            <a:off x="-425450" y="8864931"/>
            <a:ext cx="5329440" cy="1124027"/>
          </a:xfrm>
          <a:custGeom>
            <a:avLst/>
            <a:gdLst/>
            <a:ahLst/>
            <a:cxnLst/>
            <a:rect l="l" t="t" r="r" b="b"/>
            <a:pathLst>
              <a:path w="5329440" h="1124027">
                <a:moveTo>
                  <a:pt x="0" y="0"/>
                </a:moveTo>
                <a:lnTo>
                  <a:pt x="5329440" y="0"/>
                </a:lnTo>
                <a:lnTo>
                  <a:pt x="5329440" y="1124028"/>
                </a:lnTo>
                <a:lnTo>
                  <a:pt x="0" y="11240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3" name="TextBox 13"/>
          <p:cNvSpPr txBox="1"/>
          <p:nvPr/>
        </p:nvSpPr>
        <p:spPr>
          <a:xfrm>
            <a:off x="5658241" y="5617234"/>
            <a:ext cx="6971519" cy="157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1"/>
              </a:lnSpc>
            </a:pPr>
            <a:r>
              <a:rPr lang="en-US" sz="454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Doneal Piqué </a:t>
            </a:r>
          </a:p>
          <a:p>
            <a:pPr algn="ctr">
              <a:lnSpc>
                <a:spcPts val="6361"/>
              </a:lnSpc>
            </a:pPr>
            <a:r>
              <a:rPr lang="en-US" sz="454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Artemis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111" b="-21111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3" name="Freeform 3"/>
          <p:cNvSpPr/>
          <p:nvPr/>
        </p:nvSpPr>
        <p:spPr>
          <a:xfrm rot="-3875000">
            <a:off x="-2924978" y="6945416"/>
            <a:ext cx="6408472" cy="7663345"/>
          </a:xfrm>
          <a:custGeom>
            <a:avLst/>
            <a:gdLst/>
            <a:ahLst/>
            <a:cxnLst/>
            <a:rect l="l" t="t" r="r" b="b"/>
            <a:pathLst>
              <a:path w="6408472" h="7663345">
                <a:moveTo>
                  <a:pt x="0" y="0"/>
                </a:moveTo>
                <a:lnTo>
                  <a:pt x="6408472" y="0"/>
                </a:lnTo>
                <a:lnTo>
                  <a:pt x="6408472" y="7663345"/>
                </a:lnTo>
                <a:lnTo>
                  <a:pt x="0" y="7663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4" name="Freeform 4"/>
          <p:cNvSpPr/>
          <p:nvPr/>
        </p:nvSpPr>
        <p:spPr>
          <a:xfrm rot="-3875000">
            <a:off x="14382159" y="-6115439"/>
            <a:ext cx="6882003" cy="8229600"/>
          </a:xfrm>
          <a:custGeom>
            <a:avLst/>
            <a:gdLst/>
            <a:ahLst/>
            <a:cxnLst/>
            <a:rect l="l" t="t" r="r" b="b"/>
            <a:pathLst>
              <a:path w="6882003" h="8229600">
                <a:moveTo>
                  <a:pt x="0" y="0"/>
                </a:moveTo>
                <a:lnTo>
                  <a:pt x="6882003" y="0"/>
                </a:lnTo>
                <a:lnTo>
                  <a:pt x="688200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5" name="Freeform 5"/>
          <p:cNvSpPr/>
          <p:nvPr/>
        </p:nvSpPr>
        <p:spPr>
          <a:xfrm rot="-737289">
            <a:off x="7446954" y="8876308"/>
            <a:ext cx="14185597" cy="2735794"/>
          </a:xfrm>
          <a:custGeom>
            <a:avLst/>
            <a:gdLst/>
            <a:ahLst/>
            <a:cxnLst/>
            <a:rect l="l" t="t" r="r" b="b"/>
            <a:pathLst>
              <a:path w="14185597" h="2735794">
                <a:moveTo>
                  <a:pt x="0" y="0"/>
                </a:moveTo>
                <a:lnTo>
                  <a:pt x="14185597" y="0"/>
                </a:lnTo>
                <a:lnTo>
                  <a:pt x="14185597" y="2735794"/>
                </a:lnTo>
                <a:lnTo>
                  <a:pt x="0" y="2735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6" name="Freeform 6"/>
          <p:cNvSpPr/>
          <p:nvPr/>
        </p:nvSpPr>
        <p:spPr>
          <a:xfrm rot="9895434">
            <a:off x="-6489048" y="-1168459"/>
            <a:ext cx="15035495" cy="2899703"/>
          </a:xfrm>
          <a:custGeom>
            <a:avLst/>
            <a:gdLst/>
            <a:ahLst/>
            <a:cxnLst/>
            <a:rect l="l" t="t" r="r" b="b"/>
            <a:pathLst>
              <a:path w="15035495" h="2899703">
                <a:moveTo>
                  <a:pt x="0" y="0"/>
                </a:moveTo>
                <a:lnTo>
                  <a:pt x="15035496" y="0"/>
                </a:lnTo>
                <a:lnTo>
                  <a:pt x="15035496" y="2899702"/>
                </a:lnTo>
                <a:lnTo>
                  <a:pt x="0" y="289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7" name="Freeform 7"/>
          <p:cNvSpPr/>
          <p:nvPr/>
        </p:nvSpPr>
        <p:spPr>
          <a:xfrm rot="-783414">
            <a:off x="15475009" y="8923425"/>
            <a:ext cx="6220100" cy="3596348"/>
          </a:xfrm>
          <a:custGeom>
            <a:avLst/>
            <a:gdLst/>
            <a:ahLst/>
            <a:cxnLst/>
            <a:rect l="l" t="t" r="r" b="b"/>
            <a:pathLst>
              <a:path w="6220100" h="3596348">
                <a:moveTo>
                  <a:pt x="0" y="0"/>
                </a:moveTo>
                <a:lnTo>
                  <a:pt x="6220100" y="0"/>
                </a:lnTo>
                <a:lnTo>
                  <a:pt x="6220100" y="3596349"/>
                </a:lnTo>
                <a:lnTo>
                  <a:pt x="0" y="35963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8" name="Freeform 8"/>
          <p:cNvSpPr/>
          <p:nvPr/>
        </p:nvSpPr>
        <p:spPr>
          <a:xfrm>
            <a:off x="-3094367" y="-414746"/>
            <a:ext cx="6776561" cy="1392275"/>
          </a:xfrm>
          <a:custGeom>
            <a:avLst/>
            <a:gdLst/>
            <a:ahLst/>
            <a:cxnLst/>
            <a:rect l="l" t="t" r="r" b="b"/>
            <a:pathLst>
              <a:path w="6776561" h="1392275">
                <a:moveTo>
                  <a:pt x="0" y="0"/>
                </a:moveTo>
                <a:lnTo>
                  <a:pt x="6776561" y="0"/>
                </a:lnTo>
                <a:lnTo>
                  <a:pt x="6776561" y="1392276"/>
                </a:lnTo>
                <a:lnTo>
                  <a:pt x="0" y="13922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9" name="Freeform 9"/>
          <p:cNvSpPr/>
          <p:nvPr/>
        </p:nvSpPr>
        <p:spPr>
          <a:xfrm>
            <a:off x="8283185" y="9487090"/>
            <a:ext cx="6393508" cy="2469018"/>
          </a:xfrm>
          <a:custGeom>
            <a:avLst/>
            <a:gdLst/>
            <a:ahLst/>
            <a:cxnLst/>
            <a:rect l="l" t="t" r="r" b="b"/>
            <a:pathLst>
              <a:path w="6393508" h="2469018">
                <a:moveTo>
                  <a:pt x="0" y="0"/>
                </a:moveTo>
                <a:lnTo>
                  <a:pt x="6393509" y="0"/>
                </a:lnTo>
                <a:lnTo>
                  <a:pt x="6393509" y="2469018"/>
                </a:lnTo>
                <a:lnTo>
                  <a:pt x="0" y="24690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0" name="Freeform 10"/>
          <p:cNvSpPr/>
          <p:nvPr/>
        </p:nvSpPr>
        <p:spPr>
          <a:xfrm rot="2322867">
            <a:off x="-11029236" y="6045231"/>
            <a:ext cx="13980112" cy="1686458"/>
          </a:xfrm>
          <a:custGeom>
            <a:avLst/>
            <a:gdLst/>
            <a:ahLst/>
            <a:cxnLst/>
            <a:rect l="l" t="t" r="r" b="b"/>
            <a:pathLst>
              <a:path w="13980112" h="1686458">
                <a:moveTo>
                  <a:pt x="0" y="0"/>
                </a:moveTo>
                <a:lnTo>
                  <a:pt x="13980112" y="0"/>
                </a:lnTo>
                <a:lnTo>
                  <a:pt x="13980112" y="1686459"/>
                </a:lnTo>
                <a:lnTo>
                  <a:pt x="0" y="168645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1" name="Freeform 11"/>
          <p:cNvSpPr/>
          <p:nvPr/>
        </p:nvSpPr>
        <p:spPr>
          <a:xfrm>
            <a:off x="-1074836" y="8725502"/>
            <a:ext cx="4962737" cy="1046686"/>
          </a:xfrm>
          <a:custGeom>
            <a:avLst/>
            <a:gdLst/>
            <a:ahLst/>
            <a:cxnLst/>
            <a:rect l="l" t="t" r="r" b="b"/>
            <a:pathLst>
              <a:path w="4962737" h="1046686">
                <a:moveTo>
                  <a:pt x="0" y="0"/>
                </a:moveTo>
                <a:lnTo>
                  <a:pt x="4962736" y="0"/>
                </a:lnTo>
                <a:lnTo>
                  <a:pt x="4962736" y="1046686"/>
                </a:lnTo>
                <a:lnTo>
                  <a:pt x="0" y="10466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2" name="TextBox 12"/>
          <p:cNvSpPr txBox="1"/>
          <p:nvPr/>
        </p:nvSpPr>
        <p:spPr>
          <a:xfrm>
            <a:off x="2388235" y="994860"/>
            <a:ext cx="13235892" cy="1634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88"/>
              </a:lnSpc>
            </a:pPr>
            <a:r>
              <a:rPr lang="en-US" sz="9562" dirty="0" err="1">
                <a:solidFill>
                  <a:srgbClr val="000000"/>
                </a:solidFill>
                <a:latin typeface="Greenth Grunge"/>
                <a:ea typeface="Greenth Grunge"/>
                <a:cs typeface="Greenth Grunge"/>
                <a:sym typeface="Greenth Grunge"/>
              </a:rPr>
              <a:t>Ontwikkel</a:t>
            </a:r>
            <a:r>
              <a:rPr lang="en-US" sz="9562" dirty="0">
                <a:solidFill>
                  <a:srgbClr val="000000"/>
                </a:solidFill>
                <a:latin typeface="Greenth Grunge"/>
                <a:ea typeface="Greenth Grunge"/>
                <a:cs typeface="Greenth Grunge"/>
                <a:sym typeface="Greenth Grunge"/>
              </a:rPr>
              <a:t> </a:t>
            </a:r>
            <a:r>
              <a:rPr lang="en-US" sz="9562" dirty="0" err="1">
                <a:solidFill>
                  <a:srgbClr val="000000"/>
                </a:solidFill>
                <a:latin typeface="Greenth Grunge"/>
                <a:ea typeface="Greenth Grunge"/>
                <a:cs typeface="Greenth Grunge"/>
                <a:sym typeface="Greenth Grunge"/>
              </a:rPr>
              <a:t>proces</a:t>
            </a:r>
            <a:endParaRPr lang="en-US" sz="9562" dirty="0">
              <a:solidFill>
                <a:srgbClr val="000000"/>
              </a:solidFill>
              <a:latin typeface="Greenth Grunge"/>
              <a:ea typeface="Greenth Grunge"/>
              <a:cs typeface="Greenth Grunge"/>
              <a:sym typeface="Greenth Grung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135520" y="2646636"/>
            <a:ext cx="12285987" cy="644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5631" lvl="1" indent="-322815" algn="l">
              <a:lnSpc>
                <a:spcPts val="4186"/>
              </a:lnSpc>
              <a:buFont typeface="Arial"/>
              <a:buChar char="•"/>
            </a:pP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Gemaakt</a:t>
            </a:r>
            <a:r>
              <a:rPr lang="en-US" sz="2990" dirty="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met Unity</a:t>
            </a:r>
          </a:p>
          <a:p>
            <a:pPr algn="l">
              <a:lnSpc>
                <a:spcPts val="4186"/>
              </a:lnSpc>
            </a:pPr>
            <a:endParaRPr lang="en-US" sz="2990" dirty="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645631" lvl="1" indent="-322815" algn="l">
              <a:lnSpc>
                <a:spcPts val="4186"/>
              </a:lnSpc>
              <a:buFont typeface="Arial"/>
              <a:buChar char="•"/>
            </a:pP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Volledig</a:t>
            </a:r>
            <a:r>
              <a:rPr lang="en-US" sz="2990" dirty="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2D</a:t>
            </a:r>
          </a:p>
          <a:p>
            <a:pPr algn="l">
              <a:lnSpc>
                <a:spcPts val="4186"/>
              </a:lnSpc>
            </a:pPr>
            <a:endParaRPr lang="en-US" sz="2990" dirty="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645631" lvl="1" indent="-322815" algn="l">
              <a:lnSpc>
                <a:spcPts val="4186"/>
              </a:lnSpc>
              <a:buFont typeface="Arial"/>
              <a:buChar char="•"/>
            </a:pP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Gemaakt</a:t>
            </a:r>
            <a:r>
              <a:rPr lang="en-US" sz="2990" dirty="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keuzes</a:t>
            </a:r>
            <a:r>
              <a:rPr lang="en-US" sz="2990" dirty="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?</a:t>
            </a:r>
          </a:p>
          <a:p>
            <a:pPr algn="l">
              <a:lnSpc>
                <a:spcPts val="4186"/>
              </a:lnSpc>
            </a:pPr>
            <a:endParaRPr lang="en-US" sz="2990" dirty="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645631" lvl="1" indent="-322815" algn="l">
              <a:lnSpc>
                <a:spcPts val="4186"/>
              </a:lnSpc>
              <a:buFont typeface="Arial"/>
              <a:buChar char="•"/>
            </a:pP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Belangrijkste</a:t>
            </a:r>
            <a:r>
              <a:rPr lang="en-US" sz="2990" dirty="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Scripts:</a:t>
            </a:r>
          </a:p>
          <a:p>
            <a:pPr marL="645631" lvl="1" indent="-322815" algn="l">
              <a:lnSpc>
                <a:spcPts val="4186"/>
              </a:lnSpc>
              <a:buAutoNum type="arabicPeriod"/>
            </a:pP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GameManager.cs</a:t>
            </a:r>
            <a:r>
              <a:rPr lang="en-US" sz="2990" dirty="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- </a:t>
            </a: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hoofdflow</a:t>
            </a:r>
            <a:endParaRPr lang="en-US" sz="2990" dirty="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645631" lvl="1" indent="-322815" algn="l">
              <a:lnSpc>
                <a:spcPts val="4186"/>
              </a:lnSpc>
              <a:buAutoNum type="arabicPeriod"/>
            </a:pP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Spawner.cs</a:t>
            </a:r>
            <a:r>
              <a:rPr lang="en-US" sz="2990" dirty="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- </a:t>
            </a: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objecten</a:t>
            </a:r>
            <a:r>
              <a:rPr lang="en-US" sz="2990" dirty="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spawnen</a:t>
            </a:r>
            <a:endParaRPr lang="en-US" sz="2990" dirty="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645631" lvl="1" indent="-322815" algn="l">
              <a:lnSpc>
                <a:spcPts val="4186"/>
              </a:lnSpc>
              <a:buAutoNum type="arabicPeriod"/>
            </a:pP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PlayerMovement.cs</a:t>
            </a:r>
            <a:r>
              <a:rPr lang="en-US" sz="2990" dirty="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- player </a:t>
            </a: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besturen</a:t>
            </a:r>
            <a:endParaRPr lang="en-US" sz="2990" dirty="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645631" lvl="1" indent="-322815" algn="l">
              <a:lnSpc>
                <a:spcPts val="4186"/>
              </a:lnSpc>
              <a:buAutoNum type="arabicPeriod"/>
            </a:pP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UIManager.cs</a:t>
            </a:r>
            <a:r>
              <a:rPr lang="en-US" sz="2990" dirty="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– UI </a:t>
            </a: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elementen</a:t>
            </a:r>
            <a:r>
              <a:rPr lang="en-US" sz="2990" dirty="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(start/</a:t>
            </a:r>
            <a:r>
              <a:rPr lang="en-US" sz="2990" dirty="0" err="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gameover</a:t>
            </a:r>
            <a:r>
              <a:rPr lang="en-US" sz="2990" dirty="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/win/ replay/Instructions/back to menu)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111" b="-21111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3" name="Freeform 3"/>
          <p:cNvSpPr/>
          <p:nvPr/>
        </p:nvSpPr>
        <p:spPr>
          <a:xfrm rot="-3875000">
            <a:off x="-2924978" y="6945416"/>
            <a:ext cx="6408472" cy="7663345"/>
          </a:xfrm>
          <a:custGeom>
            <a:avLst/>
            <a:gdLst/>
            <a:ahLst/>
            <a:cxnLst/>
            <a:rect l="l" t="t" r="r" b="b"/>
            <a:pathLst>
              <a:path w="6408472" h="7663345">
                <a:moveTo>
                  <a:pt x="0" y="0"/>
                </a:moveTo>
                <a:lnTo>
                  <a:pt x="6408472" y="0"/>
                </a:lnTo>
                <a:lnTo>
                  <a:pt x="6408472" y="7663345"/>
                </a:lnTo>
                <a:lnTo>
                  <a:pt x="0" y="7663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4" name="Freeform 4"/>
          <p:cNvSpPr/>
          <p:nvPr/>
        </p:nvSpPr>
        <p:spPr>
          <a:xfrm rot="-3875000">
            <a:off x="14382159" y="-6115439"/>
            <a:ext cx="6882003" cy="8229600"/>
          </a:xfrm>
          <a:custGeom>
            <a:avLst/>
            <a:gdLst/>
            <a:ahLst/>
            <a:cxnLst/>
            <a:rect l="l" t="t" r="r" b="b"/>
            <a:pathLst>
              <a:path w="6882003" h="8229600">
                <a:moveTo>
                  <a:pt x="0" y="0"/>
                </a:moveTo>
                <a:lnTo>
                  <a:pt x="6882003" y="0"/>
                </a:lnTo>
                <a:lnTo>
                  <a:pt x="688200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5" name="Freeform 5"/>
          <p:cNvSpPr/>
          <p:nvPr/>
        </p:nvSpPr>
        <p:spPr>
          <a:xfrm rot="-737289">
            <a:off x="7446954" y="8876308"/>
            <a:ext cx="14185597" cy="2735794"/>
          </a:xfrm>
          <a:custGeom>
            <a:avLst/>
            <a:gdLst/>
            <a:ahLst/>
            <a:cxnLst/>
            <a:rect l="l" t="t" r="r" b="b"/>
            <a:pathLst>
              <a:path w="14185597" h="2735794">
                <a:moveTo>
                  <a:pt x="0" y="0"/>
                </a:moveTo>
                <a:lnTo>
                  <a:pt x="14185597" y="0"/>
                </a:lnTo>
                <a:lnTo>
                  <a:pt x="14185597" y="2735794"/>
                </a:lnTo>
                <a:lnTo>
                  <a:pt x="0" y="2735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6" name="Freeform 6"/>
          <p:cNvSpPr/>
          <p:nvPr/>
        </p:nvSpPr>
        <p:spPr>
          <a:xfrm rot="9895434">
            <a:off x="-6489048" y="-1168459"/>
            <a:ext cx="15035495" cy="2899703"/>
          </a:xfrm>
          <a:custGeom>
            <a:avLst/>
            <a:gdLst/>
            <a:ahLst/>
            <a:cxnLst/>
            <a:rect l="l" t="t" r="r" b="b"/>
            <a:pathLst>
              <a:path w="15035495" h="2899703">
                <a:moveTo>
                  <a:pt x="0" y="0"/>
                </a:moveTo>
                <a:lnTo>
                  <a:pt x="15035496" y="0"/>
                </a:lnTo>
                <a:lnTo>
                  <a:pt x="15035496" y="2899702"/>
                </a:lnTo>
                <a:lnTo>
                  <a:pt x="0" y="289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7" name="Freeform 7"/>
          <p:cNvSpPr/>
          <p:nvPr/>
        </p:nvSpPr>
        <p:spPr>
          <a:xfrm rot="-783414">
            <a:off x="15475009" y="8923425"/>
            <a:ext cx="6220100" cy="3596348"/>
          </a:xfrm>
          <a:custGeom>
            <a:avLst/>
            <a:gdLst/>
            <a:ahLst/>
            <a:cxnLst/>
            <a:rect l="l" t="t" r="r" b="b"/>
            <a:pathLst>
              <a:path w="6220100" h="3596348">
                <a:moveTo>
                  <a:pt x="0" y="0"/>
                </a:moveTo>
                <a:lnTo>
                  <a:pt x="6220100" y="0"/>
                </a:lnTo>
                <a:lnTo>
                  <a:pt x="6220100" y="3596349"/>
                </a:lnTo>
                <a:lnTo>
                  <a:pt x="0" y="35963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8" name="Freeform 8"/>
          <p:cNvSpPr/>
          <p:nvPr/>
        </p:nvSpPr>
        <p:spPr>
          <a:xfrm>
            <a:off x="-3094367" y="-414746"/>
            <a:ext cx="6776561" cy="1392275"/>
          </a:xfrm>
          <a:custGeom>
            <a:avLst/>
            <a:gdLst/>
            <a:ahLst/>
            <a:cxnLst/>
            <a:rect l="l" t="t" r="r" b="b"/>
            <a:pathLst>
              <a:path w="6776561" h="1392275">
                <a:moveTo>
                  <a:pt x="0" y="0"/>
                </a:moveTo>
                <a:lnTo>
                  <a:pt x="6776561" y="0"/>
                </a:lnTo>
                <a:lnTo>
                  <a:pt x="6776561" y="1392276"/>
                </a:lnTo>
                <a:lnTo>
                  <a:pt x="0" y="13922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9" name="Freeform 9"/>
          <p:cNvSpPr/>
          <p:nvPr/>
        </p:nvSpPr>
        <p:spPr>
          <a:xfrm>
            <a:off x="8283185" y="9487090"/>
            <a:ext cx="6393508" cy="2469018"/>
          </a:xfrm>
          <a:custGeom>
            <a:avLst/>
            <a:gdLst/>
            <a:ahLst/>
            <a:cxnLst/>
            <a:rect l="l" t="t" r="r" b="b"/>
            <a:pathLst>
              <a:path w="6393508" h="2469018">
                <a:moveTo>
                  <a:pt x="0" y="0"/>
                </a:moveTo>
                <a:lnTo>
                  <a:pt x="6393509" y="0"/>
                </a:lnTo>
                <a:lnTo>
                  <a:pt x="6393509" y="2469018"/>
                </a:lnTo>
                <a:lnTo>
                  <a:pt x="0" y="24690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0" name="Freeform 10"/>
          <p:cNvSpPr/>
          <p:nvPr/>
        </p:nvSpPr>
        <p:spPr>
          <a:xfrm rot="2322867">
            <a:off x="-11029236" y="6045231"/>
            <a:ext cx="13980112" cy="1686458"/>
          </a:xfrm>
          <a:custGeom>
            <a:avLst/>
            <a:gdLst/>
            <a:ahLst/>
            <a:cxnLst/>
            <a:rect l="l" t="t" r="r" b="b"/>
            <a:pathLst>
              <a:path w="13980112" h="1686458">
                <a:moveTo>
                  <a:pt x="0" y="0"/>
                </a:moveTo>
                <a:lnTo>
                  <a:pt x="13980112" y="0"/>
                </a:lnTo>
                <a:lnTo>
                  <a:pt x="13980112" y="1686459"/>
                </a:lnTo>
                <a:lnTo>
                  <a:pt x="0" y="168645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1" name="Freeform 11"/>
          <p:cNvSpPr/>
          <p:nvPr/>
        </p:nvSpPr>
        <p:spPr>
          <a:xfrm>
            <a:off x="-1074836" y="8725502"/>
            <a:ext cx="4962737" cy="1046686"/>
          </a:xfrm>
          <a:custGeom>
            <a:avLst/>
            <a:gdLst/>
            <a:ahLst/>
            <a:cxnLst/>
            <a:rect l="l" t="t" r="r" b="b"/>
            <a:pathLst>
              <a:path w="4962737" h="1046686">
                <a:moveTo>
                  <a:pt x="0" y="0"/>
                </a:moveTo>
                <a:lnTo>
                  <a:pt x="4962736" y="0"/>
                </a:lnTo>
                <a:lnTo>
                  <a:pt x="4962736" y="1046686"/>
                </a:lnTo>
                <a:lnTo>
                  <a:pt x="0" y="10466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2" name="TextBox 12"/>
          <p:cNvSpPr txBox="1"/>
          <p:nvPr/>
        </p:nvSpPr>
        <p:spPr>
          <a:xfrm>
            <a:off x="3730545" y="2244905"/>
            <a:ext cx="10826911" cy="1634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88"/>
              </a:lnSpc>
            </a:pPr>
            <a:r>
              <a:rPr lang="en-US" sz="9562">
                <a:solidFill>
                  <a:srgbClr val="000000"/>
                </a:solidFill>
                <a:latin typeface="Greenth Grunge"/>
                <a:ea typeface="Greenth Grunge"/>
                <a:cs typeface="Greenth Grunge"/>
                <a:sym typeface="Greenth Grunge"/>
              </a:rPr>
              <a:t>live Demo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10579" y="4341905"/>
            <a:ext cx="12466841" cy="2600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5631" lvl="1" indent="-322815" algn="l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Hoe moet je spelen?</a:t>
            </a:r>
          </a:p>
          <a:p>
            <a:pPr algn="l">
              <a:lnSpc>
                <a:spcPts val="4186"/>
              </a:lnSpc>
            </a:pPr>
            <a:endParaRPr lang="en-US" sz="299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645631" lvl="1" indent="-322815" algn="l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Game over/Replay scherm</a:t>
            </a:r>
          </a:p>
          <a:p>
            <a:pPr algn="l">
              <a:lnSpc>
                <a:spcPts val="4186"/>
              </a:lnSpc>
            </a:pPr>
            <a:endParaRPr lang="en-US" sz="299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645631" lvl="1" indent="-322815" algn="l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Score saven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111" b="-21111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3" name="Freeform 3"/>
          <p:cNvSpPr/>
          <p:nvPr/>
        </p:nvSpPr>
        <p:spPr>
          <a:xfrm rot="-3875000">
            <a:off x="-2924978" y="6945416"/>
            <a:ext cx="6408472" cy="7663345"/>
          </a:xfrm>
          <a:custGeom>
            <a:avLst/>
            <a:gdLst/>
            <a:ahLst/>
            <a:cxnLst/>
            <a:rect l="l" t="t" r="r" b="b"/>
            <a:pathLst>
              <a:path w="6408472" h="7663345">
                <a:moveTo>
                  <a:pt x="0" y="0"/>
                </a:moveTo>
                <a:lnTo>
                  <a:pt x="6408472" y="0"/>
                </a:lnTo>
                <a:lnTo>
                  <a:pt x="6408472" y="7663345"/>
                </a:lnTo>
                <a:lnTo>
                  <a:pt x="0" y="7663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4" name="Freeform 4"/>
          <p:cNvSpPr/>
          <p:nvPr/>
        </p:nvSpPr>
        <p:spPr>
          <a:xfrm rot="-3875000">
            <a:off x="14382159" y="-6115439"/>
            <a:ext cx="6882003" cy="8229600"/>
          </a:xfrm>
          <a:custGeom>
            <a:avLst/>
            <a:gdLst/>
            <a:ahLst/>
            <a:cxnLst/>
            <a:rect l="l" t="t" r="r" b="b"/>
            <a:pathLst>
              <a:path w="6882003" h="8229600">
                <a:moveTo>
                  <a:pt x="0" y="0"/>
                </a:moveTo>
                <a:lnTo>
                  <a:pt x="6882003" y="0"/>
                </a:lnTo>
                <a:lnTo>
                  <a:pt x="688200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5" name="Freeform 5"/>
          <p:cNvSpPr/>
          <p:nvPr/>
        </p:nvSpPr>
        <p:spPr>
          <a:xfrm rot="-737289">
            <a:off x="7446954" y="8876308"/>
            <a:ext cx="14185597" cy="2735794"/>
          </a:xfrm>
          <a:custGeom>
            <a:avLst/>
            <a:gdLst/>
            <a:ahLst/>
            <a:cxnLst/>
            <a:rect l="l" t="t" r="r" b="b"/>
            <a:pathLst>
              <a:path w="14185597" h="2735794">
                <a:moveTo>
                  <a:pt x="0" y="0"/>
                </a:moveTo>
                <a:lnTo>
                  <a:pt x="14185597" y="0"/>
                </a:lnTo>
                <a:lnTo>
                  <a:pt x="14185597" y="2735794"/>
                </a:lnTo>
                <a:lnTo>
                  <a:pt x="0" y="2735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6" name="Freeform 6"/>
          <p:cNvSpPr/>
          <p:nvPr/>
        </p:nvSpPr>
        <p:spPr>
          <a:xfrm rot="9895434">
            <a:off x="-6489048" y="-1168459"/>
            <a:ext cx="15035495" cy="2899703"/>
          </a:xfrm>
          <a:custGeom>
            <a:avLst/>
            <a:gdLst/>
            <a:ahLst/>
            <a:cxnLst/>
            <a:rect l="l" t="t" r="r" b="b"/>
            <a:pathLst>
              <a:path w="15035495" h="2899703">
                <a:moveTo>
                  <a:pt x="0" y="0"/>
                </a:moveTo>
                <a:lnTo>
                  <a:pt x="15035496" y="0"/>
                </a:lnTo>
                <a:lnTo>
                  <a:pt x="15035496" y="2899702"/>
                </a:lnTo>
                <a:lnTo>
                  <a:pt x="0" y="289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7" name="Freeform 7"/>
          <p:cNvSpPr/>
          <p:nvPr/>
        </p:nvSpPr>
        <p:spPr>
          <a:xfrm rot="-783414">
            <a:off x="15475009" y="8923425"/>
            <a:ext cx="6220100" cy="3596348"/>
          </a:xfrm>
          <a:custGeom>
            <a:avLst/>
            <a:gdLst/>
            <a:ahLst/>
            <a:cxnLst/>
            <a:rect l="l" t="t" r="r" b="b"/>
            <a:pathLst>
              <a:path w="6220100" h="3596348">
                <a:moveTo>
                  <a:pt x="0" y="0"/>
                </a:moveTo>
                <a:lnTo>
                  <a:pt x="6220100" y="0"/>
                </a:lnTo>
                <a:lnTo>
                  <a:pt x="6220100" y="3596349"/>
                </a:lnTo>
                <a:lnTo>
                  <a:pt x="0" y="35963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8" name="Freeform 8"/>
          <p:cNvSpPr/>
          <p:nvPr/>
        </p:nvSpPr>
        <p:spPr>
          <a:xfrm>
            <a:off x="-3094367" y="-414746"/>
            <a:ext cx="6776561" cy="1392275"/>
          </a:xfrm>
          <a:custGeom>
            <a:avLst/>
            <a:gdLst/>
            <a:ahLst/>
            <a:cxnLst/>
            <a:rect l="l" t="t" r="r" b="b"/>
            <a:pathLst>
              <a:path w="6776561" h="1392275">
                <a:moveTo>
                  <a:pt x="0" y="0"/>
                </a:moveTo>
                <a:lnTo>
                  <a:pt x="6776561" y="0"/>
                </a:lnTo>
                <a:lnTo>
                  <a:pt x="6776561" y="1392276"/>
                </a:lnTo>
                <a:lnTo>
                  <a:pt x="0" y="13922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9" name="Freeform 9"/>
          <p:cNvSpPr/>
          <p:nvPr/>
        </p:nvSpPr>
        <p:spPr>
          <a:xfrm>
            <a:off x="8283185" y="9487090"/>
            <a:ext cx="6393508" cy="2469018"/>
          </a:xfrm>
          <a:custGeom>
            <a:avLst/>
            <a:gdLst/>
            <a:ahLst/>
            <a:cxnLst/>
            <a:rect l="l" t="t" r="r" b="b"/>
            <a:pathLst>
              <a:path w="6393508" h="2469018">
                <a:moveTo>
                  <a:pt x="0" y="0"/>
                </a:moveTo>
                <a:lnTo>
                  <a:pt x="6393509" y="0"/>
                </a:lnTo>
                <a:lnTo>
                  <a:pt x="6393509" y="2469018"/>
                </a:lnTo>
                <a:lnTo>
                  <a:pt x="0" y="24690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0" name="Freeform 10"/>
          <p:cNvSpPr/>
          <p:nvPr/>
        </p:nvSpPr>
        <p:spPr>
          <a:xfrm rot="2322867">
            <a:off x="-11029236" y="6045231"/>
            <a:ext cx="13980112" cy="1686458"/>
          </a:xfrm>
          <a:custGeom>
            <a:avLst/>
            <a:gdLst/>
            <a:ahLst/>
            <a:cxnLst/>
            <a:rect l="l" t="t" r="r" b="b"/>
            <a:pathLst>
              <a:path w="13980112" h="1686458">
                <a:moveTo>
                  <a:pt x="0" y="0"/>
                </a:moveTo>
                <a:lnTo>
                  <a:pt x="13980112" y="0"/>
                </a:lnTo>
                <a:lnTo>
                  <a:pt x="13980112" y="1686459"/>
                </a:lnTo>
                <a:lnTo>
                  <a:pt x="0" y="168645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1" name="Freeform 11"/>
          <p:cNvSpPr/>
          <p:nvPr/>
        </p:nvSpPr>
        <p:spPr>
          <a:xfrm>
            <a:off x="-1074836" y="8725502"/>
            <a:ext cx="4962737" cy="1046686"/>
          </a:xfrm>
          <a:custGeom>
            <a:avLst/>
            <a:gdLst/>
            <a:ahLst/>
            <a:cxnLst/>
            <a:rect l="l" t="t" r="r" b="b"/>
            <a:pathLst>
              <a:path w="4962737" h="1046686">
                <a:moveTo>
                  <a:pt x="0" y="0"/>
                </a:moveTo>
                <a:lnTo>
                  <a:pt x="4962736" y="0"/>
                </a:lnTo>
                <a:lnTo>
                  <a:pt x="4962736" y="1046686"/>
                </a:lnTo>
                <a:lnTo>
                  <a:pt x="0" y="10466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2" name="TextBox 12"/>
          <p:cNvSpPr txBox="1"/>
          <p:nvPr/>
        </p:nvSpPr>
        <p:spPr>
          <a:xfrm>
            <a:off x="3730545" y="2180353"/>
            <a:ext cx="10826911" cy="1634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88"/>
              </a:lnSpc>
            </a:pPr>
            <a:r>
              <a:rPr lang="en-US" sz="9562">
                <a:solidFill>
                  <a:srgbClr val="000000"/>
                </a:solidFill>
                <a:latin typeface="Greenth Grunge"/>
                <a:ea typeface="Greenth Grunge"/>
                <a:cs typeface="Greenth Grunge"/>
                <a:sym typeface="Greenth Grunge"/>
              </a:rPr>
              <a:t>Samenvatting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10579" y="4277353"/>
            <a:ext cx="12466841" cy="1552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5631" lvl="1" indent="-322815" algn="ctr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Game - Block Runner</a:t>
            </a:r>
          </a:p>
          <a:p>
            <a:pPr algn="ctr">
              <a:lnSpc>
                <a:spcPts val="4186"/>
              </a:lnSpc>
            </a:pPr>
            <a:endParaRPr lang="en-US" sz="299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645631" lvl="1" indent="-322815" algn="ctr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Ontwikkelproces en keuzes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111" b="-21111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3" name="Freeform 3"/>
          <p:cNvSpPr/>
          <p:nvPr/>
        </p:nvSpPr>
        <p:spPr>
          <a:xfrm rot="-3875000">
            <a:off x="-2924978" y="6945416"/>
            <a:ext cx="6408472" cy="7663345"/>
          </a:xfrm>
          <a:custGeom>
            <a:avLst/>
            <a:gdLst/>
            <a:ahLst/>
            <a:cxnLst/>
            <a:rect l="l" t="t" r="r" b="b"/>
            <a:pathLst>
              <a:path w="6408472" h="7663345">
                <a:moveTo>
                  <a:pt x="0" y="0"/>
                </a:moveTo>
                <a:lnTo>
                  <a:pt x="6408472" y="0"/>
                </a:lnTo>
                <a:lnTo>
                  <a:pt x="6408472" y="7663345"/>
                </a:lnTo>
                <a:lnTo>
                  <a:pt x="0" y="7663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4" name="Freeform 4"/>
          <p:cNvSpPr/>
          <p:nvPr/>
        </p:nvSpPr>
        <p:spPr>
          <a:xfrm rot="-3875000">
            <a:off x="14382159" y="-6115439"/>
            <a:ext cx="6882003" cy="8229600"/>
          </a:xfrm>
          <a:custGeom>
            <a:avLst/>
            <a:gdLst/>
            <a:ahLst/>
            <a:cxnLst/>
            <a:rect l="l" t="t" r="r" b="b"/>
            <a:pathLst>
              <a:path w="6882003" h="8229600">
                <a:moveTo>
                  <a:pt x="0" y="0"/>
                </a:moveTo>
                <a:lnTo>
                  <a:pt x="6882003" y="0"/>
                </a:lnTo>
                <a:lnTo>
                  <a:pt x="688200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5" name="Freeform 5"/>
          <p:cNvSpPr/>
          <p:nvPr/>
        </p:nvSpPr>
        <p:spPr>
          <a:xfrm rot="-737289">
            <a:off x="7446954" y="8876308"/>
            <a:ext cx="14185597" cy="2735794"/>
          </a:xfrm>
          <a:custGeom>
            <a:avLst/>
            <a:gdLst/>
            <a:ahLst/>
            <a:cxnLst/>
            <a:rect l="l" t="t" r="r" b="b"/>
            <a:pathLst>
              <a:path w="14185597" h="2735794">
                <a:moveTo>
                  <a:pt x="0" y="0"/>
                </a:moveTo>
                <a:lnTo>
                  <a:pt x="14185597" y="0"/>
                </a:lnTo>
                <a:lnTo>
                  <a:pt x="14185597" y="2735794"/>
                </a:lnTo>
                <a:lnTo>
                  <a:pt x="0" y="2735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6" name="Freeform 6"/>
          <p:cNvSpPr/>
          <p:nvPr/>
        </p:nvSpPr>
        <p:spPr>
          <a:xfrm rot="9895434">
            <a:off x="-6489048" y="-1168459"/>
            <a:ext cx="15035495" cy="2899703"/>
          </a:xfrm>
          <a:custGeom>
            <a:avLst/>
            <a:gdLst/>
            <a:ahLst/>
            <a:cxnLst/>
            <a:rect l="l" t="t" r="r" b="b"/>
            <a:pathLst>
              <a:path w="15035495" h="2899703">
                <a:moveTo>
                  <a:pt x="0" y="0"/>
                </a:moveTo>
                <a:lnTo>
                  <a:pt x="15035496" y="0"/>
                </a:lnTo>
                <a:lnTo>
                  <a:pt x="15035496" y="2899702"/>
                </a:lnTo>
                <a:lnTo>
                  <a:pt x="0" y="289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7" name="Freeform 7"/>
          <p:cNvSpPr/>
          <p:nvPr/>
        </p:nvSpPr>
        <p:spPr>
          <a:xfrm rot="-783414">
            <a:off x="15475009" y="8923425"/>
            <a:ext cx="6220100" cy="3596348"/>
          </a:xfrm>
          <a:custGeom>
            <a:avLst/>
            <a:gdLst/>
            <a:ahLst/>
            <a:cxnLst/>
            <a:rect l="l" t="t" r="r" b="b"/>
            <a:pathLst>
              <a:path w="6220100" h="3596348">
                <a:moveTo>
                  <a:pt x="0" y="0"/>
                </a:moveTo>
                <a:lnTo>
                  <a:pt x="6220100" y="0"/>
                </a:lnTo>
                <a:lnTo>
                  <a:pt x="6220100" y="3596349"/>
                </a:lnTo>
                <a:lnTo>
                  <a:pt x="0" y="35963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8" name="Freeform 8"/>
          <p:cNvSpPr/>
          <p:nvPr/>
        </p:nvSpPr>
        <p:spPr>
          <a:xfrm>
            <a:off x="-3094367" y="-414746"/>
            <a:ext cx="6776561" cy="1392275"/>
          </a:xfrm>
          <a:custGeom>
            <a:avLst/>
            <a:gdLst/>
            <a:ahLst/>
            <a:cxnLst/>
            <a:rect l="l" t="t" r="r" b="b"/>
            <a:pathLst>
              <a:path w="6776561" h="1392275">
                <a:moveTo>
                  <a:pt x="0" y="0"/>
                </a:moveTo>
                <a:lnTo>
                  <a:pt x="6776561" y="0"/>
                </a:lnTo>
                <a:lnTo>
                  <a:pt x="6776561" y="1392276"/>
                </a:lnTo>
                <a:lnTo>
                  <a:pt x="0" y="13922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9" name="Freeform 9"/>
          <p:cNvSpPr/>
          <p:nvPr/>
        </p:nvSpPr>
        <p:spPr>
          <a:xfrm>
            <a:off x="8283185" y="9487090"/>
            <a:ext cx="6393508" cy="2469018"/>
          </a:xfrm>
          <a:custGeom>
            <a:avLst/>
            <a:gdLst/>
            <a:ahLst/>
            <a:cxnLst/>
            <a:rect l="l" t="t" r="r" b="b"/>
            <a:pathLst>
              <a:path w="6393508" h="2469018">
                <a:moveTo>
                  <a:pt x="0" y="0"/>
                </a:moveTo>
                <a:lnTo>
                  <a:pt x="6393509" y="0"/>
                </a:lnTo>
                <a:lnTo>
                  <a:pt x="6393509" y="2469018"/>
                </a:lnTo>
                <a:lnTo>
                  <a:pt x="0" y="24690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0" name="Freeform 10"/>
          <p:cNvSpPr/>
          <p:nvPr/>
        </p:nvSpPr>
        <p:spPr>
          <a:xfrm rot="2322867">
            <a:off x="-11029236" y="6045231"/>
            <a:ext cx="13980112" cy="1686458"/>
          </a:xfrm>
          <a:custGeom>
            <a:avLst/>
            <a:gdLst/>
            <a:ahLst/>
            <a:cxnLst/>
            <a:rect l="l" t="t" r="r" b="b"/>
            <a:pathLst>
              <a:path w="13980112" h="1686458">
                <a:moveTo>
                  <a:pt x="0" y="0"/>
                </a:moveTo>
                <a:lnTo>
                  <a:pt x="13980112" y="0"/>
                </a:lnTo>
                <a:lnTo>
                  <a:pt x="13980112" y="1686459"/>
                </a:lnTo>
                <a:lnTo>
                  <a:pt x="0" y="168645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1" name="Freeform 11"/>
          <p:cNvSpPr/>
          <p:nvPr/>
        </p:nvSpPr>
        <p:spPr>
          <a:xfrm>
            <a:off x="-1074836" y="8725502"/>
            <a:ext cx="4962737" cy="1046686"/>
          </a:xfrm>
          <a:custGeom>
            <a:avLst/>
            <a:gdLst/>
            <a:ahLst/>
            <a:cxnLst/>
            <a:rect l="l" t="t" r="r" b="b"/>
            <a:pathLst>
              <a:path w="4962737" h="1046686">
                <a:moveTo>
                  <a:pt x="0" y="0"/>
                </a:moveTo>
                <a:lnTo>
                  <a:pt x="4962736" y="0"/>
                </a:lnTo>
                <a:lnTo>
                  <a:pt x="4962736" y="1046686"/>
                </a:lnTo>
                <a:lnTo>
                  <a:pt x="0" y="10466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2" name="TextBox 12"/>
          <p:cNvSpPr txBox="1"/>
          <p:nvPr/>
        </p:nvSpPr>
        <p:spPr>
          <a:xfrm>
            <a:off x="3965191" y="4515231"/>
            <a:ext cx="9749947" cy="138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76"/>
              </a:lnSpc>
            </a:pPr>
            <a:r>
              <a:rPr lang="en-US" sz="5600">
                <a:solidFill>
                  <a:srgbClr val="000000"/>
                </a:solidFill>
                <a:latin typeface="Greenth Grunge"/>
                <a:ea typeface="Greenth Grunge"/>
                <a:cs typeface="Greenth Grunge"/>
                <a:sym typeface="Greenth Grunge"/>
              </a:rPr>
              <a:t>BEDANKT VOOR HET LUISTEREN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87900" y="3080466"/>
            <a:ext cx="9749947" cy="713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76"/>
              </a:lnSpc>
            </a:pPr>
            <a:r>
              <a:rPr lang="en-US" sz="5600">
                <a:solidFill>
                  <a:srgbClr val="000000"/>
                </a:solidFill>
                <a:latin typeface="Greenth Grunge"/>
                <a:ea typeface="Greenth Grunge"/>
                <a:cs typeface="Greenth Grunge"/>
                <a:sym typeface="Greenth Grunge"/>
              </a:rPr>
              <a:t>VRAGEN?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85</Words>
  <Application>Microsoft Office PowerPoint</Application>
  <PresentationFormat>Custom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Greenth Grunge</vt:lpstr>
      <vt:lpstr>Space Mono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Presentatie-Block Runner</dc:title>
  <dc:creator>Doneal Pique</dc:creator>
  <cp:lastModifiedBy>Doneal Piqué</cp:lastModifiedBy>
  <cp:revision>2</cp:revision>
  <dcterms:created xsi:type="dcterms:W3CDTF">2006-08-16T00:00:00Z</dcterms:created>
  <dcterms:modified xsi:type="dcterms:W3CDTF">2025-06-23T09:18:56Z</dcterms:modified>
  <dc:identifier>DAGqgpauImE</dc:identifier>
</cp:coreProperties>
</file>